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6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— UFRJ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Físico para SBD: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 Arquiteturas RAID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DAS (SATA, eSATA, SAS, FireWire, USB 3/4, HBA) e Níveis de RAID Padrão e Não Padrão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— substituir]  ·  [Nomes dos integrantes e DRE]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13533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DAS: conceito e interfaces de conexão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84832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84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206654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RAID: paralelismo e redundância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798064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98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779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Striping, mirroring e paridade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11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49300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Métricas: MTTF, MTBF, MTTR, MTTDL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931152" y="13533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padrão de RAID (0–6, 0+1, 10)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2084832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2084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206654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não padrão de RAID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09360" y="2798064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2798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31152" y="2779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Recomendações, conclusão e Post-Mortem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Direct Attached Storage (DAS)?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76072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que um ou mais discos — ou um arranjo RAID de discos — estão conectados diretamente a um único servidor, por uma interface local (SATA, SAS, USB, ou um HBA), sem passar por uma rede de armazenamento dedicada.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Menor latência (sem overhead de rede)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Simplicidade de implantação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Menor custo para servidores isolados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7091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Difícil compartilhar entre múltiplos servidores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Escalabilidade limitada às baias/portas do host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1280160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0" y="14173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810512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ligados direto ao host, acesso em bloco, sem rede.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0" y="2990088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0" y="312724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5204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em rede (Ethernet/IP), acesso em nível de arquivo (NFS/SMB).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0" y="4700016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58000" y="483717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5230368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dedicada (Fibre Channel/iSCSI) de storage em bloco, compartilhado entre hosts.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DAS — SATA, eSATA e SAS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III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Gbps (≈600 MB/s)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serial ponto a ponto, padrão em desktops e servidores de entrada. NCQ até 32 comandos.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54406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544068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Custo-benefício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231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Gbps (idêntico ao SATA)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29184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externa do SATA. Sem fornecimento de energia — hoje em declínio frente ao USB.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63440" y="54406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63440" y="544068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503920" y="1691640"/>
            <a:ext cx="548640" cy="54864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0392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24231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SAS-4 (24G)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 Gbps (≈2.400 MB/s)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329184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empresarial: dual-port, multi-iniciador via expansores, fila de até 254 comandos.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03920" y="54406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E9C4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03920" y="544068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em SBD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DAS — FireWire, USB e HBA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FireWire (IEEE 1394)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/ 800 Mbps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Peer-to-peer, encadeável. Interface legada, praticamente descontinuada nos equipamentos atuais.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42316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3 e USB4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80 Gbps (USB4 v2.0)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47472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Host-cêntrica. USB4 Versão 2.0 (2022) chega a 80 Gbps simétricos / 120 Gbps assimétricos via PAM3.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0392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242316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(Host Bus Adapter)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Controladora PCIe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7472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entre o barramento do host e SAS/SATA. JBOD (passthrough) ou RAID de hardware com cache/BBU.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RAID: Paralelismo x Redundância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nível de RAID equilibra dois objetivos que competem pelos mesmos discos físicos: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415A77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 leituras e escritas entre vários discos para que trabalhem simultaneamente sobre uma mesma requisição, obtido via striping.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teórico de até N× na taxa de transferência com N discos.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9C46A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40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e confiabilidade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6974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Armazenar cópias (mirroring) ou paridade para que a falha de 1 ou 2 discos não cause perda de dados nem interrupção do serviço.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redundância, o MTTF do arranjo cai ao aumentar o nº de discos (striping puro).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Striping: Bit-Level x Block-Level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Bit-level striping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em lockstep — cada acesso envolve todos os discos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1752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1920240"/>
            <a:ext cx="4526280" cy="777240"/>
          </a:xfrm>
          <a:prstGeom prst="rect">
            <a:avLst/>
          </a:prstGeom>
          <a:ln w="25400">
            <a:solidFill>
              <a:srgbClr val="E9C46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8580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stripe = 1 operação lógica (todos os discos)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16052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 transferência sequencial; ruim para I/O pequeno e aleatório (típico de OLTP), pois não há paralelismo entre requisições independentes.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dos níveis RAID 2 e RAID 3.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Block-level striping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independentes — atendem requisições em paralelo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2940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2940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2940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2668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2668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2668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2668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2668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2668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72668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82396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82396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82396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82396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82396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82396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882396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92124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92124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92124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92124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92124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92124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92124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355080" y="416052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bloco (chunk) reside inteiramente em um disco; requisições pequenas e independentes podem ser atendidas em paralelo.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dos níveis RAID 0, 4, 5, 6, 0+1 e 10.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Mirroring, Shadowing e Paridade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(espelhamento)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1188720" y="18288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88720" y="23317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331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88720" y="28346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410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8288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0" y="23317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0" y="2331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0" y="28346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0040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410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1828800"/>
            <a:ext cx="8229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23360"/>
            <a:ext cx="5303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escrita é replicada integralmente em 2 discos; leituras podem ser divididas entre as cópias. "Shadowing" é termo histórico (ex.: Tandem NonStop) equivalente a mirroring — mesma técnica, nomes diferentes.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(XOR)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629400" y="1920240"/>
            <a:ext cx="8229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0" y="1920240"/>
            <a:ext cx="8229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49640" y="1920240"/>
            <a:ext cx="8229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54964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202996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875520" y="1920240"/>
            <a:ext cx="82296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7552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62940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54964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3108960"/>
            <a:ext cx="5303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D0 ⊕ D1 ⊕ D2 (XOR). Qualquer disco perdido é recalculado a partir dos demais + paridade.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eficiente em espaço que o mirroring, mas toda escrita pequena exige um ciclo de read-modify-write ("write penalty").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Confiabilidade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MTTF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Failure — tempo médio até a 1ª falha de um disco (item não reparado).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47472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5760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Between Failures — para sistemas reparáveis: MTBF = MTTF + MTTR.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Repair — tempo médio para detectar, trocar e reconstruir (rebuild) um disco falho.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32688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50976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MTTDL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Data Loss — tempo médio até uma 2ª falha ocorrer dentro da janela de vulnerabilidade.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11475720" cy="2011680"/>
          </a:xfrm>
          <a:prstGeom prst="roundRect">
            <a:avLst>
              <a:gd name="adj" fmla="val 3636"/>
            </a:avLst>
          </a:prstGeom>
          <a:solidFill>
            <a:srgbClr val="1B263B"/>
          </a:solidFill>
          <a:ln w="12700">
            <a:solidFill>
              <a:srgbClr val="1B263B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4251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MTTDL ≈ MTTF² / [ N × (N−1) × MTTR ]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mais confiáveis (MTTF↑) elevam o MTTDL ao quadrado  •  Mais discos (N↑) reduzem o MTTDL  •  Reduzir o MTTR (hot spares) eleva o MTTDL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 e RAID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 — Striping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1168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1168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8912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4612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discos tolerados  •  Capacidade: N × disco  •  Desempenho: muito alto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dados não críticos/temporários (tempdb)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— Mirroring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949440" y="16002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0" y="1600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1031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49440" y="2103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949440" y="26060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49440" y="2606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3182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52560" y="16002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52560" y="1600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052560" y="21031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052560" y="2103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052560" y="26060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52560" y="2606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9052560" y="3182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24612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disco tolerado (de 2)  •  Capacidade: 1 × disco  •  Desempenho de leitura alto (paralelo)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logs de transação, volumes de sistema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— Paridade Distribuída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Striping em bloco + paridade rotacionada entre todos os discos (elimina o gargalo do RAID4)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D9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D10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D11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37960" y="192024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3 discos  •  Tolera 1 falha  •  Capacidade útil: (N−1) × disco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penalty: 4 I/Os por escrita pequena (ler dado antigo, ler paridade antiga, gravar dado novo, gravar paridade nova)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recomendado: uso geral em SBD — melhor equilíbrio custo × desempenho × confiabilidade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6 — Dupla Paridade Distribuída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RAID5, mas com uma segunda paridade (P+Q) independente — tolera 2 falhas simultâneas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37960" y="192024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4 discos  •  Tolera 2 falhas simultâneas  •  Capacidade útil: (N−2) × disco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penalty ainda maior que o RAID5 (até 6 I/Os por escrita)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recomendado: arranjos grandes / discos de alta capacidade, onde o rebuild é longo e uma 2ª falha é um risco real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0+1 x RAID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0+1 — Mirror de Stripes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45920" y="1600200"/>
            <a:ext cx="777240" cy="457200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A (RAID0)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B (RAID0)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256032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◄── MIRROR ──►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52044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(em vermelho) falhou → todo o Stripe A é considerado comprometido. Uma 2ª falha em qualquer disco do Stripe B (D3 ou D4) causa perda total. Rebuild recopia o stripe inteiro.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10 — Stripe de Espelhos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40080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3796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52360" y="1600200"/>
            <a:ext cx="777240" cy="457200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523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espelhado 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4400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8116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19556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955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espelhado 2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256032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◄── STRIPE ──►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52044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(em vermelho) falhou → apenas o Par 1 fica exposto. O Par 2 continua plenamente espelhado. Rebuild copia só o disco individual, a partir de seu par — muito mais rápido.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5080" y="5257800"/>
            <a:ext cx="5303520" cy="502920"/>
          </a:xfrm>
          <a:prstGeom prst="roundRect">
            <a:avLst>
              <a:gd name="adj" fmla="val 14545"/>
            </a:avLst>
          </a:prstGeom>
          <a:solidFill>
            <a:srgbClr val="E9C46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55080" y="5257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RAID10 é, na prática, preferível ao RAID0+1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Comparativo dos Níveis Padrão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4630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11680" y="1463040"/>
            <a:ext cx="109728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11680" y="14630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mín.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08960" y="1463040"/>
            <a:ext cx="10058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08960" y="14630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0" y="1463040"/>
            <a:ext cx="19202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4630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55778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4630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recomendado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196596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9659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011680" y="1965960"/>
            <a:ext cx="10972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03120" y="1965960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08960" y="1965960"/>
            <a:ext cx="1005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1965960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0" y="1965960"/>
            <a:ext cx="19202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06240" y="196596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× disco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965960"/>
            <a:ext cx="5577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96596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não críticos (tempdb)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87752"/>
            <a:ext cx="14630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2587752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11680" y="2587752"/>
            <a:ext cx="109728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03120" y="2587752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108960" y="2587752"/>
            <a:ext cx="1005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00400" y="2587752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14800" y="2587752"/>
            <a:ext cx="19202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06240" y="2587752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disco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35040" y="2587752"/>
            <a:ext cx="5577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26480" y="2587752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 transação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320954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209544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011680" y="3209544"/>
            <a:ext cx="10972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103120" y="3209544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108960" y="3209544"/>
            <a:ext cx="1005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00400" y="3209544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114800" y="3209544"/>
            <a:ext cx="19202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206240" y="3209544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(N−1) × disco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035040" y="3209544"/>
            <a:ext cx="5577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26480" y="3209544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geral em SBD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3831336"/>
            <a:ext cx="14630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" y="3831336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6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011680" y="3831336"/>
            <a:ext cx="109728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103120" y="3831336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108960" y="3831336"/>
            <a:ext cx="1005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831336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114800" y="3831336"/>
            <a:ext cx="19202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06240" y="3831336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(N−2) × disco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035040" y="3831336"/>
            <a:ext cx="5577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126480" y="3831336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Arranjos grandes/alta capacidade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4453128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40080" y="4453128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10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011680" y="4453128"/>
            <a:ext cx="10972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103120" y="4453128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108960" y="4453128"/>
            <a:ext cx="1005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200400" y="445312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múlt.*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114800" y="4453128"/>
            <a:ext cx="19202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206240" y="4453128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035040" y="4453128"/>
            <a:ext cx="5577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126480" y="4453128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de alta transação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52578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Múltiplos discos, desde que não sejam do mesmo par espelhado.  Quadro completo (9 níveis) no relatório em PDF, Tabela 2.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Não Padrão de RAID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Implementações proprietárias de fabricantes específicos — não são padrões abertos como RAID 0–6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1.5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HighPoint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discos: escrita espelhada (RAID1) + leitura dividida entre os discos (RAID0).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34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34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Computer Corp. (extinta)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independente por disco + microprocessador com SO de tempo real. Marca registrada.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20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20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RAID-DP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NetApp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 paridade (horizontal + diagonal) integrada ao WAFL/Data ONTAP.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06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06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RAID-S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EMC Symmetrix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proprietária otimizada para a cache espelhada dos arrays EMC.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692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692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92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RAID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volumes RAID de níveis diferentes (ex.: RAID0 + RAID1) nos mesmos 2 discos físicos.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 de Uso em SBD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93776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do SBD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0" y="1371600"/>
            <a:ext cx="384048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0" y="13716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RAID recomendado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326880" y="1371600"/>
            <a:ext cx="228600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0" y="13716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típica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 transação (redo/undo)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0" y="1874520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77840" y="187452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ou RAID 10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326880" y="1874520"/>
            <a:ext cx="22860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0" y="187452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2532888"/>
            <a:ext cx="493776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53288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de dados OLTP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0" y="2532888"/>
            <a:ext cx="384048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77840" y="253288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10 (ou RAID 5/6)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26880" y="2532888"/>
            <a:ext cx="228600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18320" y="253288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191256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19125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/ OLAP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0" y="3191256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3191256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ou RAID 6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326880" y="3191256"/>
            <a:ext cx="22860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18320" y="319125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/ SATA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3849624"/>
            <a:ext cx="493776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384962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 arquivamento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0" y="3849624"/>
            <a:ext cx="384048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77840" y="384962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6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326880" y="3849624"/>
            <a:ext cx="228600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418320" y="384962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48640" y="4507992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4507992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temporárias (tempdb)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0" y="4507992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0" y="4507992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326880" y="4507992"/>
            <a:ext cx="22860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18320" y="450799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/ SATA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5166360"/>
            <a:ext cx="493776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0080" y="516636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externo de alto desempenho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0" y="5166360"/>
            <a:ext cx="384048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516636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9326880" y="5166360"/>
            <a:ext cx="228600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418320" y="516636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USB4 v2.0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6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6420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de interface (SATA, eSATA, SAS, FireWire, USB, HBA) e de nível de RAID é uma decisão de arquitetura, não apenas de hardware.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1576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e redundância competem pelos mesmos discos: striping maximiza desempenho, mirroring/paridade sacrificam capacidade ou escrita por confiabilidade.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76732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MTTF, MTBF, MTTR e MTTDL permitem quantificar esse equilíbrio — e explicam a preferência crescente por RAID6 e RAID10 em discos de alta capacidade.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892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81888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não padrão (1.5, 7, DP, S, Matrix) mostram como fabricantes adaptam os conceitos acadêmicos às suas próprias arquiteturas.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— Uso de IA Generativa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utilizado: Claude (Anthropic)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prompts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cronológico dos prompts-chave: envio do enunciado, dos arquivos de referência da disciplina, pesquisa de especificações atuais (SAS-4, USB4 v2.0) e geração do relatório/slides.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160020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774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documenta o que fez, quais decisões tomou e por quê — detalhado nas Seções 12.3 e 12.4 do relatório em PDF.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0" y="1600200"/>
            <a:ext cx="3520440" cy="502920"/>
          </a:xfrm>
          <a:prstGeom prst="rect">
            <a:avLst/>
          </a:prstGeom>
          <a:solidFill>
            <a:srgbClr val="415A7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0" y="1600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corrigidos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3774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Velocidades de interface verificadas via pesquisa web (não só memória do modelo); distinção formal MTTF x MTBF explicitada; níveis não padrão marcados como proprietários.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6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e debate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17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— substituir]  ·  Armazenamento DAS e RAID para SBD — UFRJ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2026-09-05T16:18:09Z</dcterms:created>
  <dcterms:modified xsi:type="dcterms:W3CDTF">2026-09-05T16:18:09Z</dcterms:modified>
</cp:coreProperties>
</file>